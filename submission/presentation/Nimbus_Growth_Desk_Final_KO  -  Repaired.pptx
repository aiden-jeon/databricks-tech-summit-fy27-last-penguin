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004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0:30,,“오늘 보여드릴 것은 또 하나의 대시보드가 아니라, 일주일 걸리던 성장 의사결정을 점심 전에 끝내는 운영 제품입니다.”,Sofia에게는 속도와 전환 회복, Noor에게는 비용 귀속과 통제가 핵심이라고 선명하게 시작한다.,전체 데모 체인을 한 문장으로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0:40,,“Nimbus는 1,500만 명의 고객이 marketplace와 streaming을 이용하는 모바일 중심 플랫폼입니다.”,약 4억 달러의 온라인 매출과 약 400명 규모의 조직이라는 사업 맥락을 먼저 설명한다.,오늘의 주제는 분석 도구가 아니라 고객 행동 변화를 더 빨리 운영 결정으로 바꾸는 방법이라고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0:55,,“Checkout 변경 이후 Android와 Gen-Z를 포함한 약 40개 cohort의 전환율이 건강군 4%에서 약 2.8%로 벌어졌습니다.”,전체 하락 cohort의 연환산 위험은 약 천만 달러이고, 회사 전체 1%p는 연간 약 4백만 달러라고 설명한다.,문제는 하락 탐지가 아니라 검색·비교·승인·반영 사이의 긴 대기열이었다고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1:00,,“확인된 문제는 Gen-Z / Android 고객의 결제 완료율 하락이며, 원인은 아직 확정되지 않았습니다.”,결제 화면 변경 뒤 3주 동안 4.2%에서 2.9%로 떨어졌지만, 이것만으로 화면 변경이 원인이라고 단정하지 않는다.,해결 가설은 비슷한 고객에게 과거 효과가 있었던 결제 화면을 다시 시험하는 것이다.,한꺼번에 모두 바꾸지 않고 담당자가 승인한 뒤 고객 25%에게만 적용해 실제 효과를 확인한다.,효과가 재현되면 결제 완료율 1.8%p 회복과 $721.3K의 가치가 예상된다.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0:45,,“세 빌드는 별도 데모가 아니라 하나의 운영 제품입니다.”,Lakebase는 검색과 트랜잭션, 앱은 사람의 결정 화면, Gateway는 AI 호출의 귀속과 비용 통제를 맡는다.,다음 장에서 읽기·쓰기·AI 호출 경계를 구체적으로 보여준다고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1:10,,“읽기·쓰기·AI 호출은 분리하지만 세 개의 ID로 증거는 끝까지 연결됩니다.”,Delta/UC와 동기화 테이블은 읽기 전용이고, 앱은 feature_decisions_app에만 상태 전이와 감사 이력을 기록한다.,AI는 proposed 초안까지만 만들며 로그인 사용자의 승인 없이는 커밋되지 않고, Gateway 요청은 request_id로 비용과 차단 결과까지 추적된다.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전환 0:15 + 라이브 10:00,,“이제 설명을 멈추고 실제 흐름을 보여드리겠습니다.”,앱에서 근거 검색 + 초안 → 승인 → 커밋을 차례로 실행한다.,결정 ID와 감사 이력이 즉시 갱신되는 것을 짚고 AI 비용 링크로 같은 Gateway 대시보드를 연다.,관리 설정 화면은 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1:00,,“Noor가 보고 싶은 것은 AI가 싸다는 약속이 아니라, 누가 얼마를 썼고 어디서 멈췄는지입니다.”,현재 실측 55건, 414.6K 토큰, 추정 $0.0976, 403 차단 3건을 보여준다.,외부 모델 spend 행이 없으므로 실제 청구액을 0으로 표시하지 않고 NULL/미제공으로 명시했다고 설명한다.,$0.03/$0.05는 데모 임계값이며 연간 약 $500K 상한과 같은 숫자가 아니라고 선을 긋는다.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0:55,,“Databricks의 차이는 기능 개수가 아니라, 작은 롤아웃을 매일 검증 가능한 운영 루프로 만드는 데 있습니다.”,오늘 25%로 시작하고 24시간에 전환과 Gateway 비용을 확인한 뒤 72시간에 확대 또는 중단한다.,성공 기준은 전환 회복, 비용 임계값 내 운영, 모든 결정의 감사 가능성 세 가지라고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1:00,,ROI 범위를 묻는 질문에 사용한다.,$4M은 회사 전체 1%p의 연간 단순 환산이고, $721.3K는 특정 세그먼트·행동·기간의 모델 예상 순가치임을 반복한다.,관측 실험 lift와 추천 모델 lift도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1:15,,승인 책임과 API 계약 질문에 사용한다.,AI는 proposed 상태의 초안만 만들고 승인 API가 로그인 사용자를 approved_by로 기록한 뒤에만 커밋 API가 성공한다.,proposed에서 committed로 직접 전이하면 409를 반환하고 모든 이벤트는 동일 decision_id에 누적된다.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1:00,,쓰기 경계와 초기화 안전성 질문에 사용한다.,동기화 원본은 변경하지 않고 feature_decisions_app만 쓴다.,초기화 API는 정확한 segment_id와 confirm=true만 허용한다.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1:15,,Gateway 비용 계산과 통제 질문에 사용한다.,명시 단가 기반 추정치와 외부 모델 실제 spend를 섞지 않는다.,현재 403 3건은 시스템 테이블에서 request_id와 함께 확인 가능하다.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필요 항목만,,질문을 받은 항목만 짧게 사용한다.,주장 대신 앱 상태 전이, Gateway system table, 데이터 경계 같은 검증 가능한 증거로 답한다.,더 깊은 내용은 QA_OBJECTIONS_KO.md를 참조한다.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MBUS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47104"/>
            <a:ext cx="11356848" cy="0"/>
          </a:xfrm>
          <a:prstGeom prst="line">
            <a:avLst/>
          </a:prstGeom>
          <a:noFill/>
          <a:ln w="1016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65836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4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 ×  DATABRICKS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65836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· LIVE DEMO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st Penguins team post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66760" y="0"/>
            <a:ext cx="3822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11171C">
              <a:alpha val="45000"/>
            </a:srgbClr>
          </a:solidFill>
          <a:ln w="12700">
            <a:solidFill>
              <a:srgbClr val="1117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1"/>
          <p:cNvSpPr/>
          <p:nvPr/>
        </p:nvSpPr>
        <p:spPr>
          <a:xfrm>
            <a:off x="7955280" y="0"/>
            <a:ext cx="685800" cy="6858000"/>
          </a:xfrm>
          <a:prstGeom prst="rect">
            <a:avLst/>
          </a:prstGeom>
          <a:solidFill>
            <a:srgbClr val="11171C">
              <a:alpha val="85000"/>
            </a:srgbClr>
          </a:solidFill>
          <a:ln w="12700">
            <a:solidFill>
              <a:srgbClr val="1117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3"/>
          <p:cNvSpPr/>
          <p:nvPr/>
        </p:nvSpPr>
        <p:spPr>
          <a:xfrm>
            <a:off x="658368" y="411480"/>
            <a:ext cx="162763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7" name="Image 1" descr="Nimbus customer logo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808" y="466344"/>
            <a:ext cx="1444752" cy="822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87168" y="694944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243039"/>
          </a:solidFill>
          <a:ln w="12700">
            <a:solidFill>
              <a:srgbClr val="24303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5"/>
          <p:cNvSpPr/>
          <p:nvPr/>
        </p:nvSpPr>
        <p:spPr>
          <a:xfrm>
            <a:off x="2560320" y="694944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0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SOFIA · GROWTH     NOOR · FINANCE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94944" y="157276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Growth Desk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94944" y="2194560"/>
            <a:ext cx="7086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일주일의 결정을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점심 전에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731520" y="4059936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 발견 → 근거 검색 → AI 초안 → 사람 승인 → Lakebase 반영 → Gateway 비용 확인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4956048"/>
            <a:ext cx="7086600" cy="0"/>
          </a:xfrm>
          <a:prstGeom prst="line">
            <a:avLst/>
          </a:prstGeom>
          <a:noFill/>
          <a:ln w="12700">
            <a:solidFill>
              <a:srgbClr val="4051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0"/>
          <p:cNvSpPr/>
          <p:nvPr/>
        </p:nvSpPr>
        <p:spPr>
          <a:xfrm>
            <a:off x="731520" y="5230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세션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874520" y="5230368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본편 8분  ·  라이브 10분  ·  마무리 4분  ·  Q&amp;A 8분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669280" y="59893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2026.08.27 · Seoul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ABOUT NIMBUS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15M명의 일상을 연결하는 모바일 플랫폼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Marketplace와 streaming 경험을 하나의 앱에서 제공하는 약 400명 규모의 성장 기업입니다.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" y="1901952"/>
            <a:ext cx="54864" cy="2057400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95528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15M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중심 고객 기반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70832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4370832" y="1901952"/>
            <a:ext cx="54864" cy="205740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4572000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온라인 매출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$400M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572000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Marketplace + streaming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47304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8147304" y="1901952"/>
            <a:ext cx="54864" cy="2057400"/>
          </a:xfrm>
          <a:prstGeom prst="rect">
            <a:avLst/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8348472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규모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48472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8F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~400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348472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Growth · Product · Data · Finance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507992"/>
            <a:ext cx="10863072" cy="987552"/>
          </a:xfrm>
          <a:prstGeom prst="roundRect">
            <a:avLst>
              <a:gd name="adj" fmla="val 7407"/>
            </a:avLst>
          </a:prstGeom>
          <a:solidFill>
            <a:srgbClr val="11171C"/>
          </a:solidFill>
          <a:ln w="12700">
            <a:solidFill>
              <a:srgbClr val="11171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932688" y="4507992"/>
            <a:ext cx="10314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성장의 핵심은 더 많은 리포트가 아니라, 고객 행동 변화를 더 빨리 결정으로 바꾸는 것입니다.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HAPPENED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Checkout 변경 뒤, 일부 고객의 전환이 무너졌습니다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Android · Gen-Z를 포함한 약 40개 하락 cohort가 건강군과 빠르게 벌어졌습니다.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" y="1901952"/>
            <a:ext cx="54864" cy="205740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95528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건강한 cohort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~4.0%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전환율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70832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4370832" y="1901952"/>
            <a:ext cx="54864" cy="205740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4572000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 cohort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~2.8%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572000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Checkout 변경 이후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47304" y="1901952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8147304" y="1901952"/>
            <a:ext cx="54864" cy="205740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8348472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연환산 위험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48472" y="238658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~$10M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348472" y="34564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40개 cohort 합계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1792" y="44988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하락은 보였지만, 실행 가능한 결정까지 일주일이 걸렸습니다.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0080" y="50474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발견 → 유사 실험 검색 → 후보 비교 → 승인 → 제품 반영이 서로 다른 팀과 도구 사이에서 끊어졌습니다.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302752" y="4507992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CEDEA"/>
          </a:solidFill>
          <a:ln w="12700">
            <a:solidFill>
              <a:srgbClr val="FCED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1"/>
          <p:cNvSpPr/>
          <p:nvPr/>
        </p:nvSpPr>
        <p:spPr>
          <a:xfrm>
            <a:off x="8375904" y="450799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전체: 1%p = $4M/년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해결할 문제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Gen-Z / Android 고객의 결제 완료율 하락을 회복합니다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원인은 아직 확정하지 않고, 효과가 있었던 방법을 고객 25%에게 시험합니다.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" y="1938528"/>
            <a:ext cx="34015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658368" y="1938528"/>
            <a:ext cx="54864" cy="214884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859536" y="21031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9536" y="2423160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4.2% → 2.9%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59536" y="35844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구매를 시작한 고객의 결제 완료율 하락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89120" y="1938528"/>
            <a:ext cx="34015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4389120" y="1938528"/>
            <a:ext cx="54864" cy="2148840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4590288" y="21031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시험할 방법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90288" y="2423160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화면 변경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590288" y="35844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비슷한 고객에게 효과가 있었던 화면을 25%에게 적용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19872" y="1938528"/>
            <a:ext cx="34015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8119872" y="1938528"/>
            <a:ext cx="54864" cy="214884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8321040" y="21031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21040" y="2423160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2.9% → 4.7%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321040" y="35844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완료율 1.8%p 회복 · 예상 가치 $721.3K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481328" y="4690872"/>
            <a:ext cx="9217152" cy="749808"/>
          </a:xfrm>
          <a:prstGeom prst="roundRect">
            <a:avLst>
              <a:gd name="adj" fmla="val 9756"/>
            </a:avLst>
          </a:prstGeom>
          <a:solidFill>
            <a:srgbClr val="E8F5EF"/>
          </a:solidFill>
          <a:ln w="12700">
            <a:solidFill>
              <a:srgbClr val="B9DDC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1755648" y="4690872"/>
            <a:ext cx="8668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화면이 원인이라고 단정하지 않음  ·  담당자 승인 후 25%로 효과 검증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PRODUCT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빌드가 하나의 감사 가능한 제품이 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governed data → Lakebase → app → Unity AI Gateway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1171C"/>
          </a:solidFill>
          <a:ln w="17780">
            <a:solidFill>
              <a:srgbClr val="11171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804672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Governed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· 실험 · 추천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정의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71800" y="2816352"/>
            <a:ext cx="704088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3730752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40D1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/>
          <p:nvPr/>
        </p:nvSpPr>
        <p:spPr>
          <a:xfrm>
            <a:off x="3877056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1 · Lakebase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77056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저지연 검색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감사 이력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44184" y="2816352"/>
            <a:ext cx="704088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1"/>
          <p:cNvSpPr/>
          <p:nvPr/>
        </p:nvSpPr>
        <p:spPr>
          <a:xfrm>
            <a:off x="6803136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6949440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2 · App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49440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· 승인 · 커밋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화면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2816352"/>
            <a:ext cx="667512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5"/>
          <p:cNvSpPr/>
          <p:nvPr/>
        </p:nvSpPr>
        <p:spPr>
          <a:xfrm>
            <a:off x="9838944" y="210312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9985248" y="221284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985248" y="2523744"/>
            <a:ext cx="13990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비용·통제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78992" y="4242816"/>
            <a:ext cx="10012680" cy="1051560"/>
          </a:xfrm>
          <a:prstGeom prst="roundRect">
            <a:avLst>
              <a:gd name="adj" fmla="val 6957"/>
            </a:avLst>
          </a:prstGeom>
          <a:solidFill>
            <a:srgbClr val="EDF4FA"/>
          </a:solidFill>
          <a:ln w="12700">
            <a:solidFill>
              <a:srgbClr val="B8D2E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1353312" y="4407408"/>
            <a:ext cx="946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decision_id가 검색 근거, AI 초안, 승인자, 커밋 시각을 연결합니다.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53312" y="4800600"/>
            <a:ext cx="9464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 원본은 읽기 전용 · 앱은 feature_decisions_app만 씁니다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DETAILED ARCHITECTURE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읽기·쓰기·AI 호출은 분리하고, 증거는 연결합니다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원본은 보호하면서 같은 decision_id로 검색 근거, 승인자, 커밋, AI 비용을 추적합니다.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1171C"/>
          </a:solidFill>
          <a:ln w="17780">
            <a:solidFill>
              <a:srgbClr val="11171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649224" y="20756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 / UC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" y="2386584"/>
            <a:ext cx="1581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segments · experiments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88920" y="1572768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780">
            <a:solidFill>
              <a:srgbClr val="40D1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2935224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Lakebase Sync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35224" y="199339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 전용 · BM25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저지연 검색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88920" y="32461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2935224" y="335584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Lakebase OLTP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35224" y="3666744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feature_decisions_app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이력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21808" y="2395728"/>
            <a:ext cx="19933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3"/>
          <p:cNvSpPr/>
          <p:nvPr/>
        </p:nvSpPr>
        <p:spPr>
          <a:xfrm>
            <a:off x="5468112" y="25054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App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68112" y="2816352"/>
            <a:ext cx="17007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+ AI 초안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승인 + 커밋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863840" y="157276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8010144" y="1682496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AI Gateway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10144" y="1993392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tags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+ 예산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863840" y="32461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8010144" y="335584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AI/BI Dashboard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10144" y="3666744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· 요청자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403 · request_id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377440" y="2487168"/>
            <a:ext cx="411480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2"/>
          <p:cNvSpPr/>
          <p:nvPr/>
        </p:nvSpPr>
        <p:spPr>
          <a:xfrm>
            <a:off x="4782312" y="2103120"/>
            <a:ext cx="539496" cy="585216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3"/>
          <p:cNvSpPr/>
          <p:nvPr/>
        </p:nvSpPr>
        <p:spPr>
          <a:xfrm>
            <a:off x="5321808" y="3218688"/>
            <a:ext cx="0" cy="548640"/>
          </a:xfrm>
          <a:prstGeom prst="line">
            <a:avLst/>
          </a:prstGeom>
          <a:noFill/>
          <a:ln w="27940">
            <a:solidFill>
              <a:srgbClr val="2F9E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4"/>
          <p:cNvSpPr/>
          <p:nvPr/>
        </p:nvSpPr>
        <p:spPr>
          <a:xfrm>
            <a:off x="7315200" y="2688336"/>
            <a:ext cx="548640" cy="0"/>
          </a:xfrm>
          <a:prstGeom prst="line">
            <a:avLst/>
          </a:prstGeom>
          <a:noFill/>
          <a:ln w="27940">
            <a:solidFill>
              <a:srgbClr val="EE3D2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5"/>
          <p:cNvSpPr/>
          <p:nvPr/>
        </p:nvSpPr>
        <p:spPr>
          <a:xfrm>
            <a:off x="8887968" y="2624328"/>
            <a:ext cx="0" cy="621792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6"/>
          <p:cNvSpPr/>
          <p:nvPr/>
        </p:nvSpPr>
        <p:spPr>
          <a:xfrm>
            <a:off x="10241280" y="1572768"/>
            <a:ext cx="1417320" cy="2724912"/>
          </a:xfrm>
          <a:prstGeom prst="roundRect">
            <a:avLst>
              <a:gd name="adj" fmla="val 5161"/>
            </a:avLst>
          </a:prstGeom>
          <a:solidFill>
            <a:srgbClr val="E8F5EF"/>
          </a:solidFill>
          <a:ln w="12700">
            <a:solidFill>
              <a:srgbClr val="B9DDC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7"/>
          <p:cNvSpPr/>
          <p:nvPr/>
        </p:nvSpPr>
        <p:spPr>
          <a:xfrm>
            <a:off x="1037844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전이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378440" y="2221992"/>
            <a:ext cx="1143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committed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323576" y="37947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전 커밋 거부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148840" y="504748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decision_id  ·  assist_run_id  ·  request_id</a:t>
            </a:r>
            <a:endParaRPr lang="en-US" sz="17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320040"/>
            <a:ext cx="1609344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DCE1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58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14173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  →  Decide  →  Ship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19262D"/>
          </a:solidFill>
          <a:ln w="15240">
            <a:solidFill>
              <a:srgbClr val="3143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96012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6012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SEG-0000214의 하락 원인과 근거를 찾습니다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203B47"/>
          </a:solidFill>
          <a:ln w="15240">
            <a:solidFill>
              <a:srgbClr val="40D1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/>
          <p:nvPr/>
        </p:nvSpPr>
        <p:spPr>
          <a:xfrm>
            <a:off x="475488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5488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초안을 보고 Sofia가 25% 롤아웃을 승인합니다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6676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19262D"/>
          </a:solidFill>
          <a:ln w="15240">
            <a:solidFill>
              <a:srgbClr val="3143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854964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4964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SHIP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4964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ID로 Lakebase에 커밋하고 비용을 확인합니다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45152" y="4828032"/>
            <a:ext cx="289864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CE1E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9" name="Image 1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82312" y="4919472"/>
            <a:ext cx="2624328" cy="1444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앱: nimbus-growth-desk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156448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대시보드: 동일 Gateway URL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CONTROL PLANE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비용은 보이고, 귀속되고, 멈춥니다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Gateway 사용량 · 명시 단가 추정치 · 차단 결과를 같은 페이지에서 확인합니다.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54864" cy="1700784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95528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토큰 비용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$0.0976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$0.15/M · 출력 $0.60/M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73552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3273552" y="1874520"/>
            <a:ext cx="54864" cy="1700784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3474720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/ 토큰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74720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 / 414.6K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3474720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Gateway 합계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52744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5952744" y="1874520"/>
            <a:ext cx="54864" cy="1700784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6153912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403 차단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53912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153912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status_code + request_id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31936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19"/>
          <p:cNvSpPr/>
          <p:nvPr/>
        </p:nvSpPr>
        <p:spPr>
          <a:xfrm>
            <a:off x="8631936" y="1874520"/>
            <a:ext cx="54864" cy="1700784"/>
          </a:xfrm>
          <a:prstGeom prst="rect">
            <a:avLst/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0"/>
          <p:cNvSpPr/>
          <p:nvPr/>
        </p:nvSpPr>
        <p:spPr>
          <a:xfrm>
            <a:off x="8833104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/ 하드 스톱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833104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8F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$0.03 / $0.05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8833104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검증 임계값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4"/>
          <p:cNvSpPr/>
          <p:nvPr/>
        </p:nvSpPr>
        <p:spPr>
          <a:xfrm>
            <a:off x="768096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보인다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8096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시간별 비용 · 모델별 토큰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외부 spend 없으면 NULL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443984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7"/>
          <p:cNvSpPr/>
          <p:nvPr/>
        </p:nvSpPr>
        <p:spPr>
          <a:xfrm>
            <a:off x="4590288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귀속된다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90288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request_tags['application']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requester · request_id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266176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0"/>
          <p:cNvSpPr/>
          <p:nvPr/>
        </p:nvSpPr>
        <p:spPr>
          <a:xfrm>
            <a:off x="8412480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멈춘다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412480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$0.03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 스톱 $0.05 · 403</a:t>
            </a:r>
            <a:endParaRPr lang="en-US" sz="9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DATABRICKS · NEXT STEP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플랫폼에서 작게 시작하고, 매일 검증합니다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데이터·운영 상태·AI 비용을 연결한 채 25%의 가역적인 롤아웃으로 시작합니다.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777240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7240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850392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 롤아웃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 · 사람 승인 후 커밋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47288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3630168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30168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24시간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630168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3"/>
          <p:cNvSpPr/>
          <p:nvPr/>
        </p:nvSpPr>
        <p:spPr>
          <a:xfrm>
            <a:off x="3703320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전환·비용 확인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30168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전환율, 오류율, Gateway 귀속 점검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00216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6483096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83096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72시간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483096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6556248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 또는 중단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83096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확인 시 50% · 위반 시 즉시 중단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153144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1171C"/>
          </a:solidFill>
          <a:ln w="12700">
            <a:solidFill>
              <a:srgbClr val="11171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2"/>
          <p:cNvSpPr/>
          <p:nvPr/>
        </p:nvSpPr>
        <p:spPr>
          <a:xfrm>
            <a:off x="9336024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36024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336024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243039"/>
          </a:solidFill>
          <a:ln w="12700">
            <a:solidFill>
              <a:srgbClr val="24303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5"/>
          <p:cNvSpPr/>
          <p:nvPr/>
        </p:nvSpPr>
        <p:spPr>
          <a:xfrm>
            <a:off x="9409176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루프 반복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336024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데이터·앱·AI 제어면에서 다음 cohort로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산식과 범위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 매크로 가치와 세그먼트 의사결정 가치를 분리합니다.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786384" y="193852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" y="2249424"/>
            <a:ext cx="4873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$400M × 1%p = $4M/년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6501384" y="193852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01384" y="2249424"/>
            <a:ext cx="4873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총가치 - 실행 비용 = $721.3K 순가치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3232" y="3520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순가치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40280" y="3401568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예상 전환 증가 × 세그먼트 트래픽 × 주문가치 × 관측기간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실험·엔지니어링·운영 비용($5K)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" y="475488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+2.25%p는 EXP-0000009 관측값, +1.80%p는 SEG-0000214 추천 예측값입니다.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" y="528523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대시보드의 $0.03/$0.05는 라이브 데모에서 검증한 AI 예산 임계값이며 연간 비용 상한이 아닙니다.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상태와 API 계약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결과와 사람의 결정을 분리하고, 허용된 상태 전이만 서버에서 처리합니다.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011680" y="1828800"/>
            <a:ext cx="566928" cy="566928"/>
          </a:xfrm>
          <a:prstGeom prst="ellipse">
            <a:avLst/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20116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651760"/>
            <a:ext cx="31272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6"/>
          <p:cNvSpPr/>
          <p:nvPr/>
        </p:nvSpPr>
        <p:spPr>
          <a:xfrm>
            <a:off x="877824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" y="3072384"/>
            <a:ext cx="28346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/api/assist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초안 + 근거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50208" y="3355848"/>
            <a:ext cx="438912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5806440" y="1828800"/>
            <a:ext cx="566928" cy="566928"/>
          </a:xfrm>
          <a:prstGeom prst="ellipse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58064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26280" y="2651760"/>
            <a:ext cx="31272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4672584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72584" y="3072384"/>
            <a:ext cx="28346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/api/decisions/:id/approve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approved_by 필수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44968" y="3355848"/>
            <a:ext cx="438912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5"/>
          <p:cNvSpPr/>
          <p:nvPr/>
        </p:nvSpPr>
        <p:spPr>
          <a:xfrm>
            <a:off x="9601200" y="1828800"/>
            <a:ext cx="566928" cy="566928"/>
          </a:xfrm>
          <a:prstGeom prst="ellipse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960120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21040" y="2651760"/>
            <a:ext cx="31272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8"/>
          <p:cNvSpPr/>
          <p:nvPr/>
        </p:nvSpPr>
        <p:spPr>
          <a:xfrm>
            <a:off x="8467344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committed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67344" y="3072384"/>
            <a:ext cx="28346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/api/decisions/:id/commit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decided_at 기록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14400" y="466344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CEDEA"/>
          </a:solidFill>
          <a:ln w="12700">
            <a:solidFill>
              <a:srgbClr val="F1BDB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1"/>
          <p:cNvSpPr/>
          <p:nvPr/>
        </p:nvSpPr>
        <p:spPr>
          <a:xfrm>
            <a:off x="1188720" y="4663440"/>
            <a:ext cx="9738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 → committed 직접 전이는 409 · 모든 이벤트는 같은 decision_id의 audit_trail에 누적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C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읽기/쓰기 경계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테이블은 읽기 전용이며 앱은 단 하나의 운영 테이블만 변경합니다.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29260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READ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nimbus_serving.segment_positions / experiments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SELECT only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source_kind = Build 1 continuous sync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SEARCH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app.search_experiments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READ ONLY + BM25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execution_plan에 index scan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WRITE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app.feature_decisions_app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INSERT / 상태 전이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proposed → approved → committed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RESET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SEG-0000214 decision rows only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제한 DELETE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confirm=true · synced sources unchanged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580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전 커밋은 409로 거부 · 다른 segment_id 초기화는 400으로 거부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D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Gateway 통제와 비용 해석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추정, 귀속, 차단, 실제 외부 spend를 각각 별도 필드로 취급합니다.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35640" cy="3383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표시 원칙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 추정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input × $0.15/M + output × $0.60/M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추정치로 명시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귀속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request_tags['application'] + requester + request_id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요청 단위 추적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$0.03 alert / $0.05 hard stop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데모 임계값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status_code = 403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3건 관측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 spend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external_model_spend.usage_quantity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 없으면 NULL, 0 아님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94944" y="54864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발표에서는 설정 과정을 보여주지 않고 “보임 · 귀속 · 제한”의 결과만 보여줍니다.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E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반론과 짧은 답변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정확성·승인·비용·락인·확장성 질문에 증거로 답합니다.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6916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“AI가 틀리면?”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063240" y="1956816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3703320" y="1691640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proposed 초안까지만. 실험 근거와 세 후보를 사람이 검토합니다.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5328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“승인을 우회할 수 있나?”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63240" y="2798064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/>
          <p:nvPr/>
        </p:nvSpPr>
        <p:spPr>
          <a:xfrm>
            <a:off x="3703320" y="2532888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 → committed는 상태 머신에서 거부되고 approved_by가 필수입니다.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3741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“비용이 폭증하면?”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63240" y="3639312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1"/>
          <p:cNvSpPr/>
          <p:nvPr/>
        </p:nvSpPr>
        <p:spPr>
          <a:xfrm>
            <a:off x="3703320" y="3374136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단위 귀속, $0.03 알림, $0.05 하드 스톱, 403 증거가 있습니다.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4215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“실제 청구액이 0인가?”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63240" y="4480560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/>
          <p:cNvSpPr/>
          <p:nvPr/>
        </p:nvSpPr>
        <p:spPr>
          <a:xfrm>
            <a:off x="3703320" y="4215384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아닙니다. 외부 spend 행이 없으면 NULL/미제공이며 추정치와 분리합니다.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505663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“다른 세그먼트로 확장?”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063240" y="5321808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7"/>
          <p:cNvSpPr/>
          <p:nvPr/>
        </p:nvSpPr>
        <p:spPr>
          <a:xfrm>
            <a:off x="3703320" y="5056632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계약으로 segment_id만 바꾸되 초기화는 데모 세그먼트에만 제한합니다.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</Words>
  <Application>Microsoft Macintosh PowerPoint</Application>
  <PresentationFormat>Widescreen</PresentationFormat>
  <Paragraphs>280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Noto Sans KR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Databricks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Nimbus Growth Desk: 일주일의 결정을 점심 전에</dc:title>
  <dc:subject>Nimbus 최종 발표 및 라이브 데모</dc:subject>
  <dc:creator>Nimbus Growth Desk</dc:creator>
  <cp:lastModifiedBy>Jongseob Jeon</cp:lastModifiedBy>
  <cp:revision>2</cp:revision>
  <dcterms:created xsi:type="dcterms:W3CDTF">2026-08-27T10:15:19Z</dcterms:created>
  <dcterms:modified xsi:type="dcterms:W3CDTF">2026-08-27T10:15:40Z</dcterms:modified>
</cp:coreProperties>
</file>